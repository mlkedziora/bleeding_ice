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sldIdLst>
    <p:sldId id="259" r:id="rId5"/>
  </p:sldIdLst>
  <p:sldSz cx="42800588"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458" userDrawn="1">
          <p15:clr>
            <a:srgbClr val="A4A3A4"/>
          </p15:clr>
        </p15:guide>
        <p15:guide id="3" orient="horz" pos="95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terson, Helen" initials="PH" lastIdx="1" clrIdx="0">
    <p:extLst>
      <p:ext uri="{19B8F6BF-5375-455C-9EA6-DF929625EA0E}">
        <p15:presenceInfo xmlns:p15="http://schemas.microsoft.com/office/powerpoint/2012/main" userId="S::ucyihcp@ucl.ac.uk::5f259b6b-27f6-4b09-8495-590a8edf87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BF3F7"/>
    <a:srgbClr val="E6ECED"/>
    <a:srgbClr val="E5E5DE"/>
    <a:srgbClr val="F4F5EC"/>
    <a:srgbClr val="E6F5F6"/>
    <a:srgbClr val="F6F6F6"/>
    <a:srgbClr val="CCFFFF"/>
    <a:srgbClr val="DCD7DB"/>
    <a:srgbClr val="DCD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2359" autoAdjust="0"/>
  </p:normalViewPr>
  <p:slideViewPr>
    <p:cSldViewPr snapToGrid="0" showGuides="1">
      <p:cViewPr>
        <p:scale>
          <a:sx n="23" d="100"/>
          <a:sy n="23" d="100"/>
        </p:scale>
        <p:origin x="2128" y="656"/>
      </p:cViewPr>
      <p:guideLst>
        <p:guide pos="13458"/>
        <p:guide orient="horz" pos="95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ommentAuthors" Target="commen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0 Landscape Poster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293963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0 Landscape Poster -  3 column guid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281628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8899">
          <p15:clr>
            <a:srgbClr val="FBAE40"/>
          </p15:clr>
        </p15:guide>
        <p15:guide id="2" pos="9353">
          <p15:clr>
            <a:srgbClr val="FBAE40"/>
          </p15:clr>
        </p15:guide>
        <p15:guide id="3" pos="17608">
          <p15:clr>
            <a:srgbClr val="FBAE40"/>
          </p15:clr>
        </p15:guide>
        <p15:guide id="4" pos="180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0 Landscape Poster - 3 columns v2">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351" y="5857198"/>
            <a:ext cx="13104812" cy="76968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a:extLst>
              <a:ext uri="{C183D7F6-B498-43B3-948B-1728B52AA6E4}">
                <adec:decorative xmlns:adec="http://schemas.microsoft.com/office/drawing/2017/decorative" val="0"/>
              </a:ext>
            </a:extLst>
          </p:cNvPr>
          <p:cNvSpPr>
            <a:spLocks noGrp="1"/>
          </p:cNvSpPr>
          <p:nvPr>
            <p:ph sz="quarter" idx="18" hasCustomPrompt="1"/>
          </p:nvPr>
        </p:nvSpPr>
        <p:spPr>
          <a:xfrm>
            <a:off x="1022351" y="5857198"/>
            <a:ext cx="13104812" cy="770697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4290306"/>
            <a:ext cx="13104000" cy="133053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 name="Content Placeholder 4"/>
          <p:cNvSpPr>
            <a:spLocks noGrp="1"/>
          </p:cNvSpPr>
          <p:nvPr>
            <p:ph sz="quarter" idx="22" hasCustomPrompt="1"/>
          </p:nvPr>
        </p:nvSpPr>
        <p:spPr>
          <a:xfrm>
            <a:off x="1022400" y="14290306"/>
            <a:ext cx="13104000" cy="1330537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58565" y="5857198"/>
            <a:ext cx="13094134" cy="1333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57200" y="5857198"/>
            <a:ext cx="13095499" cy="133380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14858237" y="19889788"/>
            <a:ext cx="13094463" cy="7705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2"/>
          <p:cNvSpPr>
            <a:spLocks noGrp="1"/>
          </p:cNvSpPr>
          <p:nvPr>
            <p:ph sz="quarter" idx="20" hasCustomPrompt="1"/>
          </p:nvPr>
        </p:nvSpPr>
        <p:spPr>
          <a:xfrm>
            <a:off x="14858236" y="19889788"/>
            <a:ext cx="13094463" cy="770589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C183D7F6-B498-43B3-948B-1728B52AA6E4}">
                <adec:decorative xmlns:adec="http://schemas.microsoft.com/office/drawing/2017/decorative" val="1"/>
              </a:ext>
            </a:extLst>
          </p:cNvPr>
          <p:cNvSpPr/>
          <p:nvPr/>
        </p:nvSpPr>
        <p:spPr>
          <a:xfrm>
            <a:off x="28674000" y="5857198"/>
            <a:ext cx="13104000" cy="7706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2"/>
          <p:cNvSpPr>
            <a:spLocks noGrp="1"/>
          </p:cNvSpPr>
          <p:nvPr>
            <p:ph sz="quarter" idx="17" hasCustomPrompt="1"/>
          </p:nvPr>
        </p:nvSpPr>
        <p:spPr>
          <a:xfrm>
            <a:off x="28674000" y="5857198"/>
            <a:ext cx="13104000" cy="77069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2" name="Rectangle 21">
            <a:extLst>
              <a:ext uri="{C183D7F6-B498-43B3-948B-1728B52AA6E4}">
                <adec:decorative xmlns:adec="http://schemas.microsoft.com/office/drawing/2017/decorative" val="1"/>
              </a:ext>
            </a:extLst>
          </p:cNvPr>
          <p:cNvSpPr/>
          <p:nvPr/>
        </p:nvSpPr>
        <p:spPr>
          <a:xfrm>
            <a:off x="28674000" y="14290306"/>
            <a:ext cx="13104000" cy="7688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2"/>
          <p:cNvSpPr>
            <a:spLocks noGrp="1"/>
          </p:cNvSpPr>
          <p:nvPr>
            <p:ph sz="quarter" idx="19" hasCustomPrompt="1"/>
          </p:nvPr>
        </p:nvSpPr>
        <p:spPr>
          <a:xfrm>
            <a:off x="28674000" y="14290306"/>
            <a:ext cx="13104000" cy="76886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74000" y="22698000"/>
            <a:ext cx="13104000" cy="48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74000" y="22698075"/>
            <a:ext cx="13104000" cy="489760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396510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guide id="2" pos="8899">
          <p15:clr>
            <a:srgbClr val="FBAE40"/>
          </p15:clr>
        </p15:guide>
        <p15:guide id="3" pos="9353">
          <p15:clr>
            <a:srgbClr val="FBAE40"/>
          </p15:clr>
        </p15:guide>
        <p15:guide id="4" pos="17608">
          <p15:clr>
            <a:srgbClr val="FBAE40"/>
          </p15:clr>
        </p15:guide>
        <p15:guide id="5" pos="180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0 Landscape Poster -  4 column guid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descr="Authors"/>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descr="Department or institution"/>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descr="Exclusion area"/>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descr="Contact details"/>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descr="Collaborator logos"/>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5968392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13254">
          <p15:clr>
            <a:srgbClr val="FBAE40"/>
          </p15:clr>
        </p15:guide>
        <p15:guide id="41" pos="13707">
          <p15:clr>
            <a:srgbClr val="FBAE40"/>
          </p15:clr>
        </p15:guide>
        <p15:guide id="42" pos="6722">
          <p15:clr>
            <a:srgbClr val="FBAE40"/>
          </p15:clr>
        </p15:guide>
        <p15:guide id="43" pos="7176">
          <p15:clr>
            <a:srgbClr val="FBAE40"/>
          </p15:clr>
        </p15:guide>
        <p15:guide id="44" pos="20239">
          <p15:clr>
            <a:srgbClr val="FBAE40"/>
          </p15:clr>
        </p15:guide>
        <p15:guide id="45" pos="197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0 Landscape Poster -  4 columns v1">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GB" dirty="0"/>
              <a:t> </a:t>
            </a:r>
            <a:r>
              <a:rPr lang="en-US" dirty="0"/>
              <a:t>–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 name="Rectangle 1">
            <a:extLst>
              <a:ext uri="{C183D7F6-B498-43B3-948B-1728B52AA6E4}">
                <adec:decorative xmlns:adec="http://schemas.microsoft.com/office/drawing/2017/decorative" val="1"/>
              </a:ext>
            </a:extLst>
          </p:cNvPr>
          <p:cNvSpPr/>
          <p:nvPr/>
        </p:nvSpPr>
        <p:spPr>
          <a:xfrm>
            <a:off x="1022400"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Content Placeholder 3"/>
          <p:cNvSpPr>
            <a:spLocks noGrp="1"/>
          </p:cNvSpPr>
          <p:nvPr>
            <p:ph sz="quarter" idx="15" hasCustomPrompt="1"/>
          </p:nvPr>
        </p:nvSpPr>
        <p:spPr>
          <a:xfrm>
            <a:off x="1022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i="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11417536" y="5856016"/>
            <a:ext cx="9623189"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6" hasCustomPrompt="1"/>
          </p:nvPr>
        </p:nvSpPr>
        <p:spPr>
          <a:xfrm>
            <a:off x="11417535" y="5856016"/>
            <a:ext cx="9623189"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8" name="Rectangle 17">
            <a:extLst>
              <a:ext uri="{C183D7F6-B498-43B3-948B-1728B52AA6E4}">
                <adec:decorative xmlns:adec="http://schemas.microsoft.com/office/drawing/2017/decorative" val="1"/>
              </a:ext>
            </a:extLst>
          </p:cNvPr>
          <p:cNvSpPr/>
          <p:nvPr/>
        </p:nvSpPr>
        <p:spPr>
          <a:xfrm>
            <a:off x="21743509"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 name="Content Placeholder 3"/>
          <p:cNvSpPr>
            <a:spLocks noGrp="1"/>
          </p:cNvSpPr>
          <p:nvPr>
            <p:ph sz="quarter" idx="17" hasCustomPrompt="1"/>
          </p:nvPr>
        </p:nvSpPr>
        <p:spPr>
          <a:xfrm>
            <a:off x="21743509"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Rectangle 19">
            <a:extLst>
              <a:ext uri="{C183D7F6-B498-43B3-948B-1728B52AA6E4}">
                <adec:decorative xmlns:adec="http://schemas.microsoft.com/office/drawing/2017/decorative" val="1"/>
              </a:ext>
            </a:extLst>
          </p:cNvPr>
          <p:cNvSpPr/>
          <p:nvPr/>
        </p:nvSpPr>
        <p:spPr>
          <a:xfrm>
            <a:off x="32127972"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3"/>
          <p:cNvSpPr>
            <a:spLocks noGrp="1"/>
          </p:cNvSpPr>
          <p:nvPr>
            <p:ph sz="quarter" idx="18" hasCustomPrompt="1"/>
          </p:nvPr>
        </p:nvSpPr>
        <p:spPr>
          <a:xfrm>
            <a:off x="32126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801128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15:clr>
            <a:srgbClr val="FBAE40"/>
          </p15:clr>
        </p15:guide>
        <p15:guide id="40" orient="horz" pos="3684">
          <p15:clr>
            <a:srgbClr val="FBAE40"/>
          </p15:clr>
        </p15:guide>
        <p15:guide id="41" pos="13254">
          <p15:clr>
            <a:srgbClr val="FBAE40"/>
          </p15:clr>
        </p15:guide>
        <p15:guide id="42" pos="13707">
          <p15:clr>
            <a:srgbClr val="FBAE40"/>
          </p15:clr>
        </p15:guide>
        <p15:guide id="45" pos="19785">
          <p15:clr>
            <a:srgbClr val="FBAE40"/>
          </p15:clr>
        </p15:guide>
        <p15:guide id="46" pos="20239">
          <p15:clr>
            <a:srgbClr val="FBAE40"/>
          </p15:clr>
        </p15:guide>
        <p15:guide id="47" pos="7176">
          <p15:clr>
            <a:srgbClr val="FBAE40"/>
          </p15:clr>
        </p15:guide>
        <p15:guide id="48" pos="672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0 Landscape Poster - 3 columns, 7 box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1029757"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9757"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1022400" y="22698075"/>
            <a:ext cx="9647284" cy="4897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8075"/>
            <a:ext cx="9647284" cy="48974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403021" y="5857200"/>
            <a:ext cx="20005667" cy="21738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403021" y="5857200"/>
            <a:ext cx="20005667" cy="217383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1435"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1435"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7" name="Rectangle 36">
            <a:extLst>
              <a:ext uri="{C183D7F6-B498-43B3-948B-1728B52AA6E4}">
                <adec:decorative xmlns:adec="http://schemas.microsoft.com/office/drawing/2017/decorative" val="1"/>
              </a:ext>
            </a:extLst>
          </p:cNvPr>
          <p:cNvSpPr/>
          <p:nvPr/>
        </p:nvSpPr>
        <p:spPr>
          <a:xfrm>
            <a:off x="32130000" y="11456066"/>
            <a:ext cx="9647284"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0000" y="11456066"/>
            <a:ext cx="9647284"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9" name="Rectangle 38">
            <a:extLst>
              <a:ext uri="{C183D7F6-B498-43B3-948B-1728B52AA6E4}">
                <adec:decorative xmlns:adec="http://schemas.microsoft.com/office/drawing/2017/decorative" val="1"/>
              </a:ext>
            </a:extLst>
          </p:cNvPr>
          <p:cNvSpPr/>
          <p:nvPr/>
        </p:nvSpPr>
        <p:spPr>
          <a:xfrm>
            <a:off x="32130000" y="19920313"/>
            <a:ext cx="9647284" cy="767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0000" y="19919601"/>
            <a:ext cx="9647284" cy="767591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3573721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7176">
          <p15:clr>
            <a:srgbClr val="FBAE40"/>
          </p15:clr>
        </p15:guide>
        <p15:guide id="41" pos="19785">
          <p15:clr>
            <a:srgbClr val="FBAE40"/>
          </p15:clr>
        </p15:guide>
        <p15:guide id="42" pos="6722">
          <p15:clr>
            <a:srgbClr val="FBAE40"/>
          </p15:clr>
        </p15:guide>
        <p15:guide id="43" pos="202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0 Landscape Poster -  4 columns v2">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87007"/>
            <a:ext cx="9647284" cy="4906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87007"/>
            <a:ext cx="9647284" cy="49069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8" name="Rectangle 7">
            <a:extLst>
              <a:ext uri="{C183D7F6-B498-43B3-948B-1728B52AA6E4}">
                <adec:decorative xmlns:adec="http://schemas.microsoft.com/office/drawing/2017/decorative" val="1"/>
              </a:ext>
            </a:extLst>
          </p:cNvPr>
          <p:cNvSpPr/>
          <p:nvPr/>
        </p:nvSpPr>
        <p:spPr>
          <a:xfrm>
            <a:off x="11389828" y="5857200"/>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89828"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21764130" y="5857199"/>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21764130"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9088" y="5857200"/>
            <a:ext cx="9639150"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9088" y="5857200"/>
            <a:ext cx="9639150"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9088" y="11456066"/>
            <a:ext cx="9639150"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9088" y="11456066"/>
            <a:ext cx="9639150"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9088" y="19879186"/>
            <a:ext cx="9639150" cy="7717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9088" y="19879186"/>
            <a:ext cx="9639150" cy="771770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636683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0" orient="horz" pos="3684">
          <p15:clr>
            <a:srgbClr val="FBAE40"/>
          </p15:clr>
        </p15:guide>
        <p15:guide id="41" pos="13254">
          <p15:clr>
            <a:srgbClr val="FBAE40"/>
          </p15:clr>
        </p15:guide>
        <p15:guide id="42" pos="19785">
          <p15:clr>
            <a:srgbClr val="FBAE40"/>
          </p15:clr>
        </p15:guide>
        <p15:guide id="43" pos="20239">
          <p15:clr>
            <a:srgbClr val="FBAE40"/>
          </p15:clr>
        </p15:guide>
        <p15:guide id="44" pos="1370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0 Landscape Poster - 3 columns, 11 boxes v1">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200"/>
            <a:ext cx="9647284" cy="770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200"/>
            <a:ext cx="9647284" cy="770627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95215"/>
            <a:ext cx="9647284" cy="49002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5215"/>
            <a:ext cx="9647284" cy="490029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2" name="Rectangle 11">
            <a:extLst>
              <a:ext uri="{C183D7F6-B498-43B3-948B-1728B52AA6E4}">
                <adec:decorative xmlns:adec="http://schemas.microsoft.com/office/drawing/2017/decorative" val="1"/>
              </a:ext>
            </a:extLst>
          </p:cNvPr>
          <p:cNvSpPr/>
          <p:nvPr/>
        </p:nvSpPr>
        <p:spPr>
          <a:xfrm>
            <a:off x="11392485" y="5857200"/>
            <a:ext cx="6169504"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11392485" y="5857200"/>
            <a:ext cx="6169504"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6" name="Rectangle 25">
            <a:extLst>
              <a:ext uri="{C183D7F6-B498-43B3-948B-1728B52AA6E4}">
                <adec:decorative xmlns:adec="http://schemas.microsoft.com/office/drawing/2017/decorative" val="1"/>
              </a:ext>
            </a:extLst>
          </p:cNvPr>
          <p:cNvSpPr/>
          <p:nvPr/>
        </p:nvSpPr>
        <p:spPr>
          <a:xfrm>
            <a:off x="18313200"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7" name="Content Placeholder 3"/>
          <p:cNvSpPr>
            <a:spLocks noGrp="1"/>
          </p:cNvSpPr>
          <p:nvPr>
            <p:ph sz="quarter" idx="26" hasCustomPrompt="1"/>
          </p:nvPr>
        </p:nvSpPr>
        <p:spPr>
          <a:xfrm>
            <a:off x="18313200"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5238859"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3"/>
          <p:cNvSpPr>
            <a:spLocks noGrp="1"/>
          </p:cNvSpPr>
          <p:nvPr>
            <p:ph sz="quarter" idx="27" hasCustomPrompt="1"/>
          </p:nvPr>
        </p:nvSpPr>
        <p:spPr>
          <a:xfrm>
            <a:off x="25238859"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392484"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92484"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21764940"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3"/>
          <p:cNvSpPr>
            <a:spLocks noGrp="1"/>
          </p:cNvSpPr>
          <p:nvPr>
            <p:ph sz="quarter" idx="25" hasCustomPrompt="1"/>
          </p:nvPr>
        </p:nvSpPr>
        <p:spPr>
          <a:xfrm>
            <a:off x="21764940"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4764"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4764"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4764" y="11478368"/>
            <a:ext cx="9647284" cy="76922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4764" y="11478368"/>
            <a:ext cx="9647284" cy="76922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4764" y="19879943"/>
            <a:ext cx="9647284" cy="77155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4764" y="19879943"/>
            <a:ext cx="9647284" cy="77155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195176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os="6722">
          <p15:clr>
            <a:srgbClr val="FBAE40"/>
          </p15:clr>
        </p15:guide>
        <p15:guide id="41" pos="7176">
          <p15:clr>
            <a:srgbClr val="FBAE40"/>
          </p15:clr>
        </p15:guide>
        <p15:guide id="45" pos="19785">
          <p15:clr>
            <a:srgbClr val="FBAE40"/>
          </p15:clr>
        </p15:guide>
        <p15:guide id="46" pos="202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0 Landscape Poster -  3 columns, 13 box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indent="0">
              <a:buNone/>
              <a:defRPr sz="4800" b="1" baseline="0">
                <a:solidFill>
                  <a:schemeClr val="bg1"/>
                </a:solidFill>
                <a:latin typeface="+mj-lt"/>
              </a:defRPr>
            </a:lvl1pPr>
          </a:lstStyle>
          <a:p>
            <a:pPr lvl="0"/>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400" y="5857200"/>
            <a:ext cx="13104763" cy="10474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p:cNvSpPr>
            <a:spLocks noGrp="1"/>
          </p:cNvSpPr>
          <p:nvPr>
            <p:ph sz="quarter" idx="18" hasCustomPrompt="1"/>
          </p:nvPr>
        </p:nvSpPr>
        <p:spPr>
          <a:xfrm>
            <a:off x="1022400" y="5857200"/>
            <a:ext cx="13104763" cy="104742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7077765"/>
            <a:ext cx="6192788" cy="10499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6" name="Content Placeholder 2"/>
          <p:cNvSpPr>
            <a:spLocks noGrp="1"/>
          </p:cNvSpPr>
          <p:nvPr>
            <p:ph sz="quarter" idx="22" hasCustomPrompt="1"/>
          </p:nvPr>
        </p:nvSpPr>
        <p:spPr>
          <a:xfrm>
            <a:off x="1022400" y="17078609"/>
            <a:ext cx="6192788" cy="1049853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7" name="Rectangle 26">
            <a:extLst>
              <a:ext uri="{C183D7F6-B498-43B3-948B-1728B52AA6E4}">
                <adec:decorative xmlns:adec="http://schemas.microsoft.com/office/drawing/2017/decorative" val="1"/>
              </a:ext>
            </a:extLst>
          </p:cNvPr>
          <p:cNvSpPr/>
          <p:nvPr/>
        </p:nvSpPr>
        <p:spPr>
          <a:xfrm>
            <a:off x="7945349" y="17076920"/>
            <a:ext cx="6181814" cy="1050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0" name="Content Placeholder 2"/>
          <p:cNvSpPr>
            <a:spLocks noGrp="1"/>
          </p:cNvSpPr>
          <p:nvPr>
            <p:ph sz="quarter" idx="23" hasCustomPrompt="1"/>
          </p:nvPr>
        </p:nvSpPr>
        <p:spPr>
          <a:xfrm>
            <a:off x="7945349" y="17077765"/>
            <a:ext cx="6181814" cy="1049937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61102" y="5857200"/>
            <a:ext cx="13090778" cy="7694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61102" y="5857200"/>
            <a:ext cx="13090778" cy="770003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3" name="Rectangle 42">
            <a:extLst>
              <a:ext uri="{C183D7F6-B498-43B3-948B-1728B52AA6E4}">
                <adec:decorative xmlns:adec="http://schemas.microsoft.com/office/drawing/2017/decorative" val="1"/>
              </a:ext>
            </a:extLst>
          </p:cNvPr>
          <p:cNvSpPr/>
          <p:nvPr/>
        </p:nvSpPr>
        <p:spPr>
          <a:xfrm>
            <a:off x="14861102" y="14273214"/>
            <a:ext cx="13104000" cy="133044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Content Placeholder 2"/>
          <p:cNvSpPr>
            <a:spLocks noGrp="1"/>
          </p:cNvSpPr>
          <p:nvPr>
            <p:ph sz="quarter" idx="30" hasCustomPrompt="1"/>
          </p:nvPr>
        </p:nvSpPr>
        <p:spPr>
          <a:xfrm>
            <a:off x="14861102" y="14273213"/>
            <a:ext cx="13104000" cy="133044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28689442" y="5857200"/>
            <a:ext cx="6176821"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2"/>
          <p:cNvSpPr>
            <a:spLocks noGrp="1"/>
          </p:cNvSpPr>
          <p:nvPr>
            <p:ph sz="quarter" idx="24" hasCustomPrompt="1"/>
          </p:nvPr>
        </p:nvSpPr>
        <p:spPr>
          <a:xfrm>
            <a:off x="28689442" y="5857200"/>
            <a:ext cx="6176821"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35603825" y="5857200"/>
            <a:ext cx="6177600"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2"/>
          <p:cNvSpPr>
            <a:spLocks noGrp="1"/>
          </p:cNvSpPr>
          <p:nvPr>
            <p:ph sz="quarter" idx="25" hasCustomPrompt="1"/>
          </p:nvPr>
        </p:nvSpPr>
        <p:spPr>
          <a:xfrm>
            <a:off x="35603825" y="5857200"/>
            <a:ext cx="6177600"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28689442" y="14273190"/>
            <a:ext cx="6176821" cy="4895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2"/>
          <p:cNvSpPr>
            <a:spLocks noGrp="1"/>
          </p:cNvSpPr>
          <p:nvPr>
            <p:ph sz="quarter" idx="26" hasCustomPrompt="1"/>
          </p:nvPr>
        </p:nvSpPr>
        <p:spPr>
          <a:xfrm>
            <a:off x="28689442" y="14273190"/>
            <a:ext cx="6176821" cy="48956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5603825" y="14273219"/>
            <a:ext cx="6177600" cy="4897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2"/>
          <p:cNvSpPr>
            <a:spLocks noGrp="1"/>
          </p:cNvSpPr>
          <p:nvPr>
            <p:ph sz="quarter" idx="27" hasCustomPrompt="1"/>
          </p:nvPr>
        </p:nvSpPr>
        <p:spPr>
          <a:xfrm>
            <a:off x="35603825" y="14273213"/>
            <a:ext cx="6177600" cy="48970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39" name="Rectangle 38">
            <a:extLst>
              <a:ext uri="{C183D7F6-B498-43B3-948B-1728B52AA6E4}">
                <adec:decorative xmlns:adec="http://schemas.microsoft.com/office/drawing/2017/decorative" val="1"/>
              </a:ext>
            </a:extLst>
          </p:cNvPr>
          <p:cNvSpPr/>
          <p:nvPr/>
        </p:nvSpPr>
        <p:spPr>
          <a:xfrm>
            <a:off x="28689442" y="19905965"/>
            <a:ext cx="6176821"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2"/>
          <p:cNvSpPr>
            <a:spLocks noGrp="1"/>
          </p:cNvSpPr>
          <p:nvPr>
            <p:ph sz="quarter" idx="28" hasCustomPrompt="1"/>
          </p:nvPr>
        </p:nvSpPr>
        <p:spPr>
          <a:xfrm>
            <a:off x="28689442" y="19905964"/>
            <a:ext cx="6176821"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1" name="Rectangle 40">
            <a:extLst>
              <a:ext uri="{C183D7F6-B498-43B3-948B-1728B52AA6E4}">
                <adec:decorative xmlns:adec="http://schemas.microsoft.com/office/drawing/2017/decorative" val="1"/>
              </a:ext>
            </a:extLst>
          </p:cNvPr>
          <p:cNvSpPr/>
          <p:nvPr/>
        </p:nvSpPr>
        <p:spPr>
          <a:xfrm>
            <a:off x="35603825" y="19905965"/>
            <a:ext cx="6177600"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Content Placeholder 2"/>
          <p:cNvSpPr>
            <a:spLocks noGrp="1"/>
          </p:cNvSpPr>
          <p:nvPr>
            <p:ph sz="quarter" idx="29" hasCustomPrompt="1"/>
          </p:nvPr>
        </p:nvSpPr>
        <p:spPr>
          <a:xfrm>
            <a:off x="35603825" y="19905964"/>
            <a:ext cx="6177600"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89442" y="25505739"/>
            <a:ext cx="13088796" cy="2071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89442" y="25506363"/>
            <a:ext cx="13088796" cy="207078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571845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8" orient="horz" pos="3689">
          <p15:clr>
            <a:srgbClr val="FBAE40"/>
          </p15:clr>
        </p15:guide>
        <p15:guide id="39" orient="horz" pos="18245">
          <p15:clr>
            <a:srgbClr val="FBAE40"/>
          </p15:clr>
        </p15:guide>
        <p15:guide id="41" pos="18062">
          <p15:clr>
            <a:srgbClr val="FBAE40"/>
          </p15:clr>
        </p15:guide>
        <p15:guide id="42" pos="17608">
          <p15:clr>
            <a:srgbClr val="FBAE40"/>
          </p15:clr>
        </p15:guide>
        <p15:guide id="43" pos="9353">
          <p15:clr>
            <a:srgbClr val="FBAE40"/>
          </p15:clr>
        </p15:guide>
        <p15:guide id="44" pos="889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0 Landscape Poster -  3 columns, 11 boxes v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9" name="Rectangle 8">
            <a:extLst>
              <a:ext uri="{FF2B5EF4-FFF2-40B4-BE49-F238E27FC236}">
                <a16:creationId xmlns:a16="http://schemas.microsoft.com/office/drawing/2014/main" id="{8B43F24F-F0FB-412D-9664-1168B0AE1CEF}"/>
              </a:ext>
              <a:ext uri="{C183D7F6-B498-43B3-948B-1728B52AA6E4}">
                <adec:decorative xmlns:adec="http://schemas.microsoft.com/office/drawing/2017/decorative" val="1"/>
              </a:ext>
            </a:extLst>
          </p:cNvPr>
          <p:cNvSpPr/>
          <p:nvPr/>
        </p:nvSpPr>
        <p:spPr>
          <a:xfrm>
            <a:off x="1020132" y="5859463"/>
            <a:ext cx="17416624"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53CD4AAC-44F7-4065-A428-4A870F2B2CEF}"/>
              </a:ext>
            </a:extLst>
          </p:cNvPr>
          <p:cNvSpPr>
            <a:spLocks noGrp="1"/>
          </p:cNvSpPr>
          <p:nvPr>
            <p:ph sz="quarter" idx="15" hasCustomPrompt="1"/>
          </p:nvPr>
        </p:nvSpPr>
        <p:spPr>
          <a:xfrm>
            <a:off x="1022351" y="5859786"/>
            <a:ext cx="17415944" cy="105048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0" name="Rectangle 9">
            <a:extLst>
              <a:ext uri="{FF2B5EF4-FFF2-40B4-BE49-F238E27FC236}">
                <a16:creationId xmlns:a16="http://schemas.microsoft.com/office/drawing/2014/main" id="{1AB46ECE-0E13-4515-9430-332A23640361}"/>
              </a:ext>
              <a:ext uri="{C183D7F6-B498-43B3-948B-1728B52AA6E4}">
                <adec:decorative xmlns:adec="http://schemas.microsoft.com/office/drawing/2017/decorative" val="1"/>
              </a:ext>
            </a:extLst>
          </p:cNvPr>
          <p:cNvSpPr/>
          <p:nvPr/>
        </p:nvSpPr>
        <p:spPr>
          <a:xfrm>
            <a:off x="1020132" y="17104383"/>
            <a:ext cx="9637974" cy="1049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3" name="Content Placeholder 32">
            <a:extLst>
              <a:ext uri="{FF2B5EF4-FFF2-40B4-BE49-F238E27FC236}">
                <a16:creationId xmlns:a16="http://schemas.microsoft.com/office/drawing/2014/main" id="{6BCD20C3-2203-4639-8AA5-6E0473699AB7}"/>
              </a:ext>
            </a:extLst>
          </p:cNvPr>
          <p:cNvSpPr>
            <a:spLocks noGrp="1"/>
          </p:cNvSpPr>
          <p:nvPr>
            <p:ph sz="quarter" idx="16" hasCustomPrompt="1"/>
          </p:nvPr>
        </p:nvSpPr>
        <p:spPr>
          <a:xfrm>
            <a:off x="1022351" y="17104383"/>
            <a:ext cx="9635332" cy="104904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1" name="Rectangle 10">
            <a:extLst>
              <a:ext uri="{FF2B5EF4-FFF2-40B4-BE49-F238E27FC236}">
                <a16:creationId xmlns:a16="http://schemas.microsoft.com/office/drawing/2014/main" id="{629FEC58-A4F3-4197-81B4-E6B1FBA9593F}"/>
              </a:ext>
              <a:ext uri="{C183D7F6-B498-43B3-948B-1728B52AA6E4}">
                <adec:decorative xmlns:adec="http://schemas.microsoft.com/office/drawing/2017/decorative" val="1"/>
              </a:ext>
            </a:extLst>
          </p:cNvPr>
          <p:cNvSpPr/>
          <p:nvPr/>
        </p:nvSpPr>
        <p:spPr>
          <a:xfrm>
            <a:off x="11391901" y="17105379"/>
            <a:ext cx="7044858" cy="1048940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5" name="Content Placeholder 34">
            <a:extLst>
              <a:ext uri="{FF2B5EF4-FFF2-40B4-BE49-F238E27FC236}">
                <a16:creationId xmlns:a16="http://schemas.microsoft.com/office/drawing/2014/main" id="{E2C72D6E-B012-4960-AFAF-2935F5655271}"/>
              </a:ext>
            </a:extLst>
          </p:cNvPr>
          <p:cNvSpPr>
            <a:spLocks noGrp="1"/>
          </p:cNvSpPr>
          <p:nvPr>
            <p:ph sz="quarter" idx="17" hasCustomPrompt="1"/>
          </p:nvPr>
        </p:nvSpPr>
        <p:spPr>
          <a:xfrm>
            <a:off x="11390572" y="17103637"/>
            <a:ext cx="7047259" cy="104911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7" name="Rectangle 16">
            <a:extLst>
              <a:ext uri="{FF2B5EF4-FFF2-40B4-BE49-F238E27FC236}">
                <a16:creationId xmlns:a16="http://schemas.microsoft.com/office/drawing/2014/main" id="{63912914-2747-4DDE-8D76-5195595D4A64}"/>
              </a:ext>
              <a:ext uri="{C183D7F6-B498-43B3-948B-1728B52AA6E4}">
                <adec:decorative xmlns:adec="http://schemas.microsoft.com/office/drawing/2017/decorative" val="1"/>
              </a:ext>
            </a:extLst>
          </p:cNvPr>
          <p:cNvSpPr/>
          <p:nvPr/>
        </p:nvSpPr>
        <p:spPr>
          <a:xfrm>
            <a:off x="19187327" y="5859464"/>
            <a:ext cx="12210169" cy="769674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6" name="Content Placeholder 35">
            <a:extLst>
              <a:ext uri="{FF2B5EF4-FFF2-40B4-BE49-F238E27FC236}">
                <a16:creationId xmlns:a16="http://schemas.microsoft.com/office/drawing/2014/main" id="{28C20B94-8FCB-4CD3-BA6F-B68019414536}"/>
              </a:ext>
            </a:extLst>
          </p:cNvPr>
          <p:cNvSpPr>
            <a:spLocks noGrp="1"/>
          </p:cNvSpPr>
          <p:nvPr>
            <p:ph sz="quarter" idx="18" hasCustomPrompt="1"/>
          </p:nvPr>
        </p:nvSpPr>
        <p:spPr>
          <a:xfrm>
            <a:off x="19186575" y="5858717"/>
            <a:ext cx="12210169" cy="769535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FF2B5EF4-FFF2-40B4-BE49-F238E27FC236}">
                <a16:creationId xmlns:a16="http://schemas.microsoft.com/office/drawing/2014/main" id="{1BEB6CBD-170B-4F09-B2F0-698A9A96E623}"/>
              </a:ext>
              <a:ext uri="{C183D7F6-B498-43B3-948B-1728B52AA6E4}">
                <adec:decorative xmlns:adec="http://schemas.microsoft.com/office/drawing/2017/decorative" val="1"/>
              </a:ext>
            </a:extLst>
          </p:cNvPr>
          <p:cNvSpPr/>
          <p:nvPr/>
        </p:nvSpPr>
        <p:spPr>
          <a:xfrm>
            <a:off x="19200978" y="14286397"/>
            <a:ext cx="12210169" cy="7692541"/>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 name="Content Placeholder 36">
            <a:extLst>
              <a:ext uri="{FF2B5EF4-FFF2-40B4-BE49-F238E27FC236}">
                <a16:creationId xmlns:a16="http://schemas.microsoft.com/office/drawing/2014/main" id="{DCBBFD08-AD1E-491B-9C58-47D0A41FB674}"/>
              </a:ext>
            </a:extLst>
          </p:cNvPr>
          <p:cNvSpPr>
            <a:spLocks noGrp="1"/>
          </p:cNvSpPr>
          <p:nvPr>
            <p:ph sz="quarter" idx="19" hasCustomPrompt="1"/>
          </p:nvPr>
        </p:nvSpPr>
        <p:spPr>
          <a:xfrm>
            <a:off x="19200974" y="14285127"/>
            <a:ext cx="12210169" cy="769381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1" name="Rectangle 20">
            <a:extLst>
              <a:ext uri="{FF2B5EF4-FFF2-40B4-BE49-F238E27FC236}">
                <a16:creationId xmlns:a16="http://schemas.microsoft.com/office/drawing/2014/main" id="{F798A082-AC4D-4A8D-9CF2-9430DF1C5F78}"/>
              </a:ext>
              <a:ext uri="{C183D7F6-B498-43B3-948B-1728B52AA6E4}">
                <adec:decorative xmlns:adec="http://schemas.microsoft.com/office/drawing/2017/decorative" val="1"/>
              </a:ext>
            </a:extLst>
          </p:cNvPr>
          <p:cNvSpPr/>
          <p:nvPr/>
        </p:nvSpPr>
        <p:spPr>
          <a:xfrm>
            <a:off x="19200979" y="22703580"/>
            <a:ext cx="12211605" cy="4891203"/>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8" name="Content Placeholder 37">
            <a:extLst>
              <a:ext uri="{FF2B5EF4-FFF2-40B4-BE49-F238E27FC236}">
                <a16:creationId xmlns:a16="http://schemas.microsoft.com/office/drawing/2014/main" id="{69CB0982-D2DA-488C-998B-7DC9B88A3E1C}"/>
              </a:ext>
            </a:extLst>
          </p:cNvPr>
          <p:cNvSpPr>
            <a:spLocks noGrp="1"/>
          </p:cNvSpPr>
          <p:nvPr>
            <p:ph sz="quarter" idx="20" hasCustomPrompt="1"/>
          </p:nvPr>
        </p:nvSpPr>
        <p:spPr>
          <a:xfrm>
            <a:off x="19200976" y="22703644"/>
            <a:ext cx="12210168" cy="489113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FF2B5EF4-FFF2-40B4-BE49-F238E27FC236}">
                <a16:creationId xmlns:a16="http://schemas.microsoft.com/office/drawing/2014/main" id="{DE17EA3D-1D97-402B-951A-07B65353F3E1}"/>
              </a:ext>
              <a:ext uri="{C183D7F6-B498-43B3-948B-1728B52AA6E4}">
                <adec:decorative xmlns:adec="http://schemas.microsoft.com/office/drawing/2017/decorative" val="1"/>
              </a:ext>
            </a:extLst>
          </p:cNvPr>
          <p:cNvSpPr/>
          <p:nvPr/>
        </p:nvSpPr>
        <p:spPr>
          <a:xfrm>
            <a:off x="32133600" y="5857200"/>
            <a:ext cx="9643126"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9" name="Content Placeholder 38">
            <a:extLst>
              <a:ext uri="{FF2B5EF4-FFF2-40B4-BE49-F238E27FC236}">
                <a16:creationId xmlns:a16="http://schemas.microsoft.com/office/drawing/2014/main" id="{E3800366-A01C-4055-B3B8-37E3F51B2C3D}"/>
              </a:ext>
            </a:extLst>
          </p:cNvPr>
          <p:cNvSpPr>
            <a:spLocks noGrp="1"/>
          </p:cNvSpPr>
          <p:nvPr>
            <p:ph sz="quarter" idx="21" hasCustomPrompt="1"/>
          </p:nvPr>
        </p:nvSpPr>
        <p:spPr>
          <a:xfrm>
            <a:off x="32131986" y="5858717"/>
            <a:ext cx="9646252" cy="105036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3" name="Rectangle 12">
            <a:extLst>
              <a:ext uri="{FF2B5EF4-FFF2-40B4-BE49-F238E27FC236}">
                <a16:creationId xmlns:a16="http://schemas.microsoft.com/office/drawing/2014/main" id="{8DBB5D15-5B0D-4AD2-A799-ADC5BDBD177B}"/>
              </a:ext>
              <a:ext uri="{C183D7F6-B498-43B3-948B-1728B52AA6E4}">
                <adec:decorative xmlns:adec="http://schemas.microsoft.com/office/drawing/2017/decorative" val="1"/>
              </a:ext>
            </a:extLst>
          </p:cNvPr>
          <p:cNvSpPr/>
          <p:nvPr/>
        </p:nvSpPr>
        <p:spPr>
          <a:xfrm>
            <a:off x="32147841" y="17095791"/>
            <a:ext cx="4458885" cy="488301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0" name="Content Placeholder 39">
            <a:extLst>
              <a:ext uri="{FF2B5EF4-FFF2-40B4-BE49-F238E27FC236}">
                <a16:creationId xmlns:a16="http://schemas.microsoft.com/office/drawing/2014/main" id="{E8B00910-BAB4-498C-B8BA-9E5D259C2CDD}"/>
              </a:ext>
            </a:extLst>
          </p:cNvPr>
          <p:cNvSpPr>
            <a:spLocks noGrp="1"/>
          </p:cNvSpPr>
          <p:nvPr>
            <p:ph sz="quarter" idx="22" hasCustomPrompt="1"/>
          </p:nvPr>
        </p:nvSpPr>
        <p:spPr>
          <a:xfrm>
            <a:off x="32147841" y="17095987"/>
            <a:ext cx="4460069" cy="48829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6" name="Rectangle 15">
            <a:extLst>
              <a:ext uri="{FF2B5EF4-FFF2-40B4-BE49-F238E27FC236}">
                <a16:creationId xmlns:a16="http://schemas.microsoft.com/office/drawing/2014/main" id="{BBD276F9-89C3-4113-840D-B73A8EC65C36}"/>
              </a:ext>
              <a:ext uri="{C183D7F6-B498-43B3-948B-1728B52AA6E4}">
                <adec:decorative xmlns:adec="http://schemas.microsoft.com/office/drawing/2017/decorative" val="1"/>
              </a:ext>
            </a:extLst>
          </p:cNvPr>
          <p:cNvSpPr/>
          <p:nvPr/>
        </p:nvSpPr>
        <p:spPr>
          <a:xfrm>
            <a:off x="37341983" y="17095792"/>
            <a:ext cx="4436255" cy="4883146"/>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1" name="Content Placeholder 40">
            <a:extLst>
              <a:ext uri="{FF2B5EF4-FFF2-40B4-BE49-F238E27FC236}">
                <a16:creationId xmlns:a16="http://schemas.microsoft.com/office/drawing/2014/main" id="{13F1650C-45E1-44EE-9057-F0205C66164C}"/>
              </a:ext>
            </a:extLst>
          </p:cNvPr>
          <p:cNvSpPr>
            <a:spLocks noGrp="1"/>
          </p:cNvSpPr>
          <p:nvPr>
            <p:ph sz="quarter" idx="23" hasCustomPrompt="1"/>
          </p:nvPr>
        </p:nvSpPr>
        <p:spPr>
          <a:xfrm>
            <a:off x="37340799" y="17095987"/>
            <a:ext cx="4435927" cy="48830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4" name="Rectangle 13">
            <a:extLst>
              <a:ext uri="{FF2B5EF4-FFF2-40B4-BE49-F238E27FC236}">
                <a16:creationId xmlns:a16="http://schemas.microsoft.com/office/drawing/2014/main" id="{36E3DF8E-C4AE-42AE-9D54-DAF4F3D3BE66}"/>
              </a:ext>
              <a:ext uri="{C183D7F6-B498-43B3-948B-1728B52AA6E4}">
                <adec:decorative xmlns:adec="http://schemas.microsoft.com/office/drawing/2017/decorative" val="1"/>
              </a:ext>
            </a:extLst>
          </p:cNvPr>
          <p:cNvSpPr/>
          <p:nvPr/>
        </p:nvSpPr>
        <p:spPr>
          <a:xfrm>
            <a:off x="32147841" y="22713183"/>
            <a:ext cx="4458885"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2" name="Content Placeholder 41">
            <a:extLst>
              <a:ext uri="{FF2B5EF4-FFF2-40B4-BE49-F238E27FC236}">
                <a16:creationId xmlns:a16="http://schemas.microsoft.com/office/drawing/2014/main" id="{C8755E73-48C4-4B30-AEC3-CF06E9993461}"/>
              </a:ext>
            </a:extLst>
          </p:cNvPr>
          <p:cNvSpPr>
            <a:spLocks noGrp="1"/>
          </p:cNvSpPr>
          <p:nvPr>
            <p:ph sz="quarter" idx="24" hasCustomPrompt="1"/>
          </p:nvPr>
        </p:nvSpPr>
        <p:spPr>
          <a:xfrm>
            <a:off x="32147841" y="22713183"/>
            <a:ext cx="4460069"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Rectangle 14">
            <a:extLst>
              <a:ext uri="{FF2B5EF4-FFF2-40B4-BE49-F238E27FC236}">
                <a16:creationId xmlns:a16="http://schemas.microsoft.com/office/drawing/2014/main" id="{E6861DA8-30DB-48AE-B570-F97069B994CF}"/>
              </a:ext>
              <a:ext uri="{C183D7F6-B498-43B3-948B-1728B52AA6E4}">
                <adec:decorative xmlns:adec="http://schemas.microsoft.com/office/drawing/2017/decorative" val="1"/>
              </a:ext>
            </a:extLst>
          </p:cNvPr>
          <p:cNvSpPr/>
          <p:nvPr/>
        </p:nvSpPr>
        <p:spPr>
          <a:xfrm>
            <a:off x="37341983" y="22713183"/>
            <a:ext cx="4434743"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43" name="Content Placeholder 42">
            <a:extLst>
              <a:ext uri="{FF2B5EF4-FFF2-40B4-BE49-F238E27FC236}">
                <a16:creationId xmlns:a16="http://schemas.microsoft.com/office/drawing/2014/main" id="{63D3E744-6C56-4C5F-88D6-4844FC847B5A}"/>
              </a:ext>
            </a:extLst>
          </p:cNvPr>
          <p:cNvSpPr>
            <a:spLocks noGrp="1"/>
          </p:cNvSpPr>
          <p:nvPr>
            <p:ph sz="quarter" idx="25" hasCustomPrompt="1"/>
          </p:nvPr>
        </p:nvSpPr>
        <p:spPr>
          <a:xfrm>
            <a:off x="37340800" y="22713183"/>
            <a:ext cx="4435926"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62"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53160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4" pos="19785">
          <p15:clr>
            <a:srgbClr val="FBAE40"/>
          </p15:clr>
        </p15:guide>
        <p15:guide id="15" pos="12074">
          <p15:clr>
            <a:srgbClr val="FBAE40"/>
          </p15:clr>
        </p15:guide>
        <p15:guide id="21" pos="11621">
          <p15:clr>
            <a:srgbClr val="FBAE40"/>
          </p15:clr>
        </p15:guide>
        <p15:guide id="23" pos="202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Colour Palet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096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6" pos="667">
          <p15:clr>
            <a:srgbClr val="FBAE40"/>
          </p15:clr>
        </p15:guide>
        <p15:guide id="7" pos="26294">
          <p15:clr>
            <a:srgbClr val="FBAE40"/>
          </p15:clr>
        </p15:guide>
        <p15:guide id="8" orient="horz" pos="17361">
          <p15:clr>
            <a:srgbClr val="FBAE40"/>
          </p15:clr>
        </p15:guide>
        <p15:guide id="9" orient="horz" pos="36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hyperlink" Target="https://www.ucl.ac.uk/cam/brand"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preview.tinyurl.com/UCL-GDPR"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ucl.ac.uk/library/ucl-copyright-advice"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pic>
        <p:nvPicPr>
          <p:cNvPr id="2" name="UCL Banne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376164"/>
            <a:ext cx="42804000" cy="5154120"/>
          </a:xfrm>
          <a:prstGeom prst="rect">
            <a:avLst/>
          </a:prstGeom>
        </p:spPr>
      </p:pic>
      <p:sp>
        <p:nvSpPr>
          <p:cNvPr id="10" name="Rectangle 9"/>
          <p:cNvSpPr/>
          <p:nvPr/>
        </p:nvSpPr>
        <p:spPr>
          <a:xfrm>
            <a:off x="0" y="28289756"/>
            <a:ext cx="42800589" cy="20373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32" dirty="0"/>
          </a:p>
        </p:txBody>
      </p:sp>
      <p:sp>
        <p:nvSpPr>
          <p:cNvPr id="5" name="Rounded Rectangle 4">
            <a:extLst>
              <a:ext uri="{FF2B5EF4-FFF2-40B4-BE49-F238E27FC236}">
                <a16:creationId xmlns:a16="http://schemas.microsoft.com/office/drawing/2014/main" id="{002E5FBB-FB53-4B43-925B-1900D8F85C2B}"/>
              </a:ext>
              <a:ext uri="{C183D7F6-B498-43B3-948B-1728B52AA6E4}">
                <adec:decorative xmlns:adec="http://schemas.microsoft.com/office/drawing/2017/decorative" val="1"/>
              </a:ext>
            </a:extLst>
          </p:cNvPr>
          <p:cNvSpPr/>
          <p:nvPr/>
        </p:nvSpPr>
        <p:spPr>
          <a:xfrm>
            <a:off x="-10971985" y="1"/>
            <a:ext cx="10509339"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1" name="TextBox 10">
            <a:extLst>
              <a:ext uri="{FF2B5EF4-FFF2-40B4-BE49-F238E27FC236}">
                <a16:creationId xmlns:a16="http://schemas.microsoft.com/office/drawing/2014/main" id="{460486A7-30C0-4771-A900-AAFFEAE1146C}"/>
              </a:ext>
            </a:extLst>
          </p:cNvPr>
          <p:cNvSpPr txBox="1"/>
          <p:nvPr/>
        </p:nvSpPr>
        <p:spPr>
          <a:xfrm>
            <a:off x="-7205754" y="889794"/>
            <a:ext cx="3542958" cy="833172"/>
          </a:xfrm>
          <a:prstGeom prst="rect">
            <a:avLst/>
          </a:prstGeom>
          <a:noFill/>
        </p:spPr>
        <p:txBody>
          <a:bodyPr wrap="none" tIns="46797" bIns="46797" rtlCol="0">
            <a:spAutoFit/>
          </a:bodyPr>
          <a:lstStyle/>
          <a:p>
            <a:r>
              <a:rPr lang="en-GB" sz="4800" b="1" dirty="0">
                <a:latin typeface="+mj-lt"/>
              </a:rPr>
              <a:t>Guidelines:</a:t>
            </a:r>
          </a:p>
        </p:txBody>
      </p:sp>
      <p:sp>
        <p:nvSpPr>
          <p:cNvPr id="17" name="TextBox 16">
            <a:extLst>
              <a:ext uri="{FF2B5EF4-FFF2-40B4-BE49-F238E27FC236}">
                <a16:creationId xmlns:a16="http://schemas.microsoft.com/office/drawing/2014/main" id="{AAE1DDCA-E69D-4D9F-9870-6F8562E2A2F8}"/>
              </a:ext>
              <a:ext uri="{C183D7F6-B498-43B3-948B-1728B52AA6E4}">
                <adec:decorative xmlns:adec="http://schemas.microsoft.com/office/drawing/2017/decorative" val="0"/>
              </a:ext>
            </a:extLst>
          </p:cNvPr>
          <p:cNvSpPr txBox="1"/>
          <p:nvPr/>
        </p:nvSpPr>
        <p:spPr>
          <a:xfrm>
            <a:off x="-10666950" y="2215296"/>
            <a:ext cx="9899266" cy="2214669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UCL Banner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colour and format should not be altered.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Do not place other images or logos on the banner.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Title text should be left aligned unless a poster number is added.</a:t>
            </a:r>
          </a:p>
          <a:p>
            <a:pPr marL="0" indent="0">
              <a:buFontTx/>
              <a:buNone/>
            </a:pPr>
            <a:endParaRPr lang="en-GB" sz="3200" b="0"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Layout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This should be visually appealing and easy to follow. Be consistent.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Choose one slide layout and delete the rest of the slides. Adjust background boxes via the slide master view if required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Ensure that the guides are turned on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Keep within the margin guidelines at the edge to help visibility and avoid the risk of content being trimmed off. </a:t>
            </a:r>
          </a:p>
          <a:p>
            <a:pPr marL="0" indent="0">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Text</a:t>
            </a:r>
            <a:r>
              <a:rPr lang="en-GB" sz="3600" b="1" kern="1200" dirty="0">
                <a:solidFill>
                  <a:schemeClr val="tx1"/>
                </a:solidFill>
                <a:latin typeface="+mn-lt"/>
                <a:ea typeface="+mn-ea"/>
                <a:cs typeface="+mn-cs"/>
              </a:rPr>
              <a:t>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Aim for 300-600 words that are concise and straight to the point.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font sizes below 24pt except for captions.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a maximum of two fonts (the official UCL fonts are Arial or Helvetica, with Garamond as an additional font in the body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bullet points to break up large areas of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Left justified text is easier to read than fully justified.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Set headings in bold.</a:t>
            </a:r>
          </a:p>
          <a:p>
            <a:pPr>
              <a:buFontTx/>
              <a:buNone/>
            </a:pPr>
            <a:endParaRPr lang="en-GB" sz="3200" b="1" dirty="0"/>
          </a:p>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Graphs, Images and Tables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They must be embedded in your file by inserting the file rather than copying and pasting.</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Make sure they are sufficient size and clearly visible with at least 150dpi.</a:t>
            </a:r>
            <a:endParaRPr lang="en-GB" sz="3200" b="1" dirty="0"/>
          </a:p>
          <a:p>
            <a:pPr>
              <a:buFontTx/>
              <a:buNone/>
            </a:pPr>
            <a:endParaRPr lang="en-GB" sz="3200" b="1" dirty="0"/>
          </a:p>
        </p:txBody>
      </p:sp>
      <p:sp>
        <p:nvSpPr>
          <p:cNvPr id="6" name="Rounded Rectangle 5">
            <a:extLst>
              <a:ext uri="{FF2B5EF4-FFF2-40B4-BE49-F238E27FC236}">
                <a16:creationId xmlns:a16="http://schemas.microsoft.com/office/drawing/2014/main" id="{D18A53B1-78B8-DD4E-A5C3-83962FFEC935}"/>
              </a:ext>
            </a:extLst>
          </p:cNvPr>
          <p:cNvSpPr/>
          <p:nvPr/>
        </p:nvSpPr>
        <p:spPr>
          <a:xfrm>
            <a:off x="43291003" y="1"/>
            <a:ext cx="10511220"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2" dirty="0"/>
          </a:p>
        </p:txBody>
      </p:sp>
      <p:sp>
        <p:nvSpPr>
          <p:cNvPr id="14" name="TextBox 13">
            <a:extLst>
              <a:ext uri="{FF2B5EF4-FFF2-40B4-BE49-F238E27FC236}">
                <a16:creationId xmlns:a16="http://schemas.microsoft.com/office/drawing/2014/main" id="{4AE4917F-44AA-42A0-A37D-362EC920AC03}"/>
              </a:ext>
            </a:extLst>
          </p:cNvPr>
          <p:cNvSpPr txBox="1"/>
          <p:nvPr/>
        </p:nvSpPr>
        <p:spPr>
          <a:xfrm>
            <a:off x="46243108" y="909884"/>
            <a:ext cx="5016117" cy="833172"/>
          </a:xfrm>
          <a:prstGeom prst="rect">
            <a:avLst/>
          </a:prstGeom>
          <a:noFill/>
        </p:spPr>
        <p:txBody>
          <a:bodyPr wrap="none" tIns="46797" bIns="46797" rtlCol="0">
            <a:spAutoFit/>
          </a:bodyPr>
          <a:lstStyle/>
          <a:p>
            <a:r>
              <a:rPr lang="en-GB" sz="4800" b="1" dirty="0">
                <a:latin typeface="+mj-lt"/>
              </a:rPr>
              <a:t>Guidelines </a:t>
            </a:r>
            <a:r>
              <a:rPr lang="en-GB" sz="4800" b="1" dirty="0" err="1">
                <a:latin typeface="+mj-lt"/>
              </a:rPr>
              <a:t>cont</a:t>
            </a:r>
            <a:r>
              <a:rPr lang="en-GB" sz="4800" b="1" dirty="0">
                <a:latin typeface="+mj-lt"/>
              </a:rPr>
              <a:t>:</a:t>
            </a:r>
          </a:p>
        </p:txBody>
      </p:sp>
      <p:sp>
        <p:nvSpPr>
          <p:cNvPr id="20" name="TextBox 19">
            <a:extLst>
              <a:ext uri="{FF2B5EF4-FFF2-40B4-BE49-F238E27FC236}">
                <a16:creationId xmlns:a16="http://schemas.microsoft.com/office/drawing/2014/main" id="{ACE2FCA7-9DB8-47EA-9CD5-CED948F4A325}"/>
              </a:ext>
            </a:extLst>
          </p:cNvPr>
          <p:cNvSpPr txBox="1"/>
          <p:nvPr/>
        </p:nvSpPr>
        <p:spPr>
          <a:xfrm>
            <a:off x="43596980" y="2200896"/>
            <a:ext cx="9899266" cy="7558090"/>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Colour</a:t>
            </a:r>
            <a:endParaRPr lang="en-GB" sz="4000" b="1" kern="1200" dirty="0">
              <a:solidFill>
                <a:schemeClr val="tx1"/>
              </a:solidFill>
              <a:latin typeface="+mj-lt"/>
              <a:ea typeface="+mn-ea"/>
              <a:cs typeface="+mn-cs"/>
            </a:endParaRP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Select background colours that contrast well 	   with the font to allow easier reading of your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Avoid backgrounds with bright or dark colours and full of texture as this will distract readers.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Try not to use too many colours – 1-2 work well, plus images and charts.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The template is formatted with appropriate UCL colours for the banner colour chosen.</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3600" kern="1200" dirty="0">
                <a:solidFill>
                  <a:schemeClr val="tx1"/>
                </a:solidFill>
                <a:latin typeface="+mn-lt"/>
                <a:ea typeface="+mn-ea"/>
                <a:cs typeface="+mn-cs"/>
              </a:rPr>
              <a:t>Don’t use multiple layers of transparency in PowerPoint.</a:t>
            </a:r>
          </a:p>
          <a:p>
            <a:pPr marL="457154" indent="-457154" algn="l" defTabSz="457154" rtl="0" eaLnBrk="1" latinLnBrk="0" hangingPunct="1">
              <a:lnSpc>
                <a:spcPct val="100000"/>
              </a:lnSpc>
              <a:spcAft>
                <a:spcPts val="1800"/>
              </a:spcAft>
              <a:buFont typeface="Arial" panose="020B0604020202020204" pitchFamily="34" charset="0"/>
              <a:buChar char="•"/>
            </a:pPr>
            <a:endParaRPr lang="en-GB" sz="3600" b="1" kern="1200" dirty="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2F795265-BF50-4AB3-8E7B-E09E72992F10}"/>
              </a:ext>
            </a:extLst>
          </p:cNvPr>
          <p:cNvSpPr txBox="1"/>
          <p:nvPr/>
        </p:nvSpPr>
        <p:spPr>
          <a:xfrm>
            <a:off x="43711148" y="9641521"/>
            <a:ext cx="9899266" cy="980485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dirty="0">
                <a:solidFill>
                  <a:schemeClr val="tx1"/>
                </a:solidFill>
                <a:latin typeface="+mj-lt"/>
                <a:ea typeface="+mn-ea"/>
                <a:cs typeface="+mn-cs"/>
              </a:rPr>
              <a:t>Copyright  and GDPR</a:t>
            </a:r>
          </a:p>
          <a:p>
            <a:r>
              <a:rPr lang="en-GB" sz="2800" dirty="0"/>
              <a:t>(copy and paste the link  to your browser )</a:t>
            </a:r>
          </a:p>
          <a:p>
            <a:endParaRPr lang="en-GB" sz="3200" dirty="0">
              <a:hlinkClick r:id="" action="ppaction://noaction"/>
            </a:endParaRPr>
          </a:p>
          <a:p>
            <a:r>
              <a:rPr lang="en-GB" sz="3200" dirty="0">
                <a:hlinkClick r:id="" action="ppaction://noaction"/>
              </a:rPr>
              <a:t>https</a:t>
            </a:r>
            <a:r>
              <a:rPr lang="en-GB" sz="3200" dirty="0">
                <a:hlinkClick r:id="rId14"/>
              </a:rPr>
              <a:t>://www.ucl.ac.uk/library/ucl-copyright-advice</a:t>
            </a:r>
            <a:endParaRPr lang="en-GB" sz="3200" dirty="0"/>
          </a:p>
          <a:p>
            <a:endParaRPr lang="en-GB" sz="3200" dirty="0"/>
          </a:p>
          <a:p>
            <a:r>
              <a:rPr lang="en-GB" sz="3200" dirty="0">
                <a:hlinkClick r:id="rId15"/>
              </a:rPr>
              <a:t>https://preview.tinyurl.com/UCL-GDPR</a:t>
            </a:r>
            <a:endParaRPr lang="en-GB" sz="3200" dirty="0"/>
          </a:p>
          <a:p>
            <a:endParaRPr lang="en-GB" sz="3200" dirty="0"/>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Only use copyright free images or those available under the creative commons license unless you have bought the relevant license. You are free to use graphics you have generated but check with colleagues if they have produced them.</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Images downloaded from online are subject to copyright unless this has been waived.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Flickr.com is a useful resource to check the copyright status of images from the web.</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Follow GDPR (General Data Protection Regulation) for images of people.</a:t>
            </a:r>
          </a:p>
        </p:txBody>
      </p:sp>
      <p:sp>
        <p:nvSpPr>
          <p:cNvPr id="4" name="TextBox 3">
            <a:extLst>
              <a:ext uri="{FF2B5EF4-FFF2-40B4-BE49-F238E27FC236}">
                <a16:creationId xmlns:a16="http://schemas.microsoft.com/office/drawing/2014/main" id="{906DADF1-5D4E-4677-9DFB-8C1D0DFD74DB}"/>
              </a:ext>
            </a:extLst>
          </p:cNvPr>
          <p:cNvSpPr txBox="1"/>
          <p:nvPr/>
        </p:nvSpPr>
        <p:spPr>
          <a:xfrm>
            <a:off x="43596980" y="20038106"/>
            <a:ext cx="9899266" cy="3077766"/>
          </a:xfrm>
          <a:prstGeom prst="rect">
            <a:avLst/>
          </a:prstGeom>
          <a:noFill/>
        </p:spPr>
        <p:txBody>
          <a:bodyPr wrap="square" rtlCol="0">
            <a:spAutoFit/>
          </a:bodyPr>
          <a:lstStyle/>
          <a:p>
            <a:pPr algn="l" defTabSz="457154" rtl="0" eaLnBrk="1" latinLnBrk="0" hangingPunct="1">
              <a:lnSpc>
                <a:spcPct val="100000"/>
              </a:lnSpc>
              <a:spcAft>
                <a:spcPts val="1800"/>
              </a:spcAft>
              <a:buFont typeface="Arial" panose="020B0604020202020204" pitchFamily="34" charset="0"/>
            </a:pPr>
            <a:r>
              <a:rPr lang="en-GB" sz="3600" b="1" kern="1200" dirty="0">
                <a:solidFill>
                  <a:schemeClr val="tx1"/>
                </a:solidFill>
                <a:latin typeface="+mj-lt"/>
                <a:ea typeface="+mn-ea"/>
                <a:cs typeface="+mn-cs"/>
              </a:rPr>
              <a:t>UCL Banner vs UCL Logo</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banner where UCL is the major partner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dirty="0">
                <a:solidFill>
                  <a:schemeClr val="tx1"/>
                </a:solidFill>
                <a:latin typeface="+mn-lt"/>
                <a:ea typeface="+mn-ea"/>
                <a:cs typeface="+mn-cs"/>
              </a:rPr>
              <a:t>Use the UCL logo only where work is an equal collaboration and place all logos at the bottom - </a:t>
            </a:r>
            <a:r>
              <a:rPr lang="en-GB" sz="3200" dirty="0">
                <a:hlinkClick r:id="rId16"/>
              </a:rPr>
              <a:t>https://www.ucl.ac.uk/cam/brand</a:t>
            </a:r>
            <a:endParaRPr lang="en-GB" sz="3200" kern="1200" dirty="0">
              <a:solidFill>
                <a:schemeClr val="tx1"/>
              </a:solidFill>
              <a:latin typeface="+mn-lt"/>
              <a:ea typeface="+mn-ea"/>
              <a:cs typeface="+mn-cs"/>
            </a:endParaRPr>
          </a:p>
        </p:txBody>
      </p:sp>
    </p:spTree>
    <p:extLst>
      <p:ext uri="{BB962C8B-B14F-4D97-AF65-F5344CB8AC3E}">
        <p14:creationId xmlns:p14="http://schemas.microsoft.com/office/powerpoint/2010/main" val="549790678"/>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3209320" rtl="0" eaLnBrk="1" latinLnBrk="0" hangingPunct="1">
        <a:lnSpc>
          <a:spcPct val="90000"/>
        </a:lnSpc>
        <a:spcBef>
          <a:spcPct val="0"/>
        </a:spcBef>
        <a:buNone/>
        <a:defRPr sz="15442" kern="1200">
          <a:solidFill>
            <a:schemeClr val="tx1"/>
          </a:solidFill>
          <a:latin typeface="+mj-lt"/>
          <a:ea typeface="+mj-ea"/>
          <a:cs typeface="+mj-cs"/>
        </a:defRPr>
      </a:lvl1pPr>
    </p:titleStyle>
    <p:bodyStyle>
      <a:lvl1pPr marL="802331" indent="-802331" algn="l" defTabSz="3209320" rtl="0" eaLnBrk="1" latinLnBrk="0" hangingPunct="1">
        <a:lnSpc>
          <a:spcPct val="90000"/>
        </a:lnSpc>
        <a:spcBef>
          <a:spcPts val="3510"/>
        </a:spcBef>
        <a:buFont typeface="Arial" panose="020B0604020202020204" pitchFamily="34" charset="0"/>
        <a:buChar char="•"/>
        <a:defRPr sz="9827" kern="1200">
          <a:solidFill>
            <a:schemeClr val="tx1"/>
          </a:solidFill>
          <a:latin typeface="+mn-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p:bodyStyle>
    <p:otherStyle>
      <a:defPPr>
        <a:defRPr lang="en-US"/>
      </a:defPPr>
      <a:lvl1pPr marL="0" algn="l" defTabSz="3209320" rtl="0" eaLnBrk="1" latinLnBrk="0" hangingPunct="1">
        <a:defRPr sz="6317" kern="1200">
          <a:solidFill>
            <a:schemeClr val="tx1"/>
          </a:solidFill>
          <a:latin typeface="+mn-lt"/>
          <a:ea typeface="+mn-ea"/>
          <a:cs typeface="+mn-cs"/>
        </a:defRPr>
      </a:lvl1pPr>
      <a:lvl2pPr marL="1604660" algn="l" defTabSz="3209320" rtl="0" eaLnBrk="1" latinLnBrk="0" hangingPunct="1">
        <a:defRPr sz="6317" kern="1200">
          <a:solidFill>
            <a:schemeClr val="tx1"/>
          </a:solidFill>
          <a:latin typeface="+mn-lt"/>
          <a:ea typeface="+mn-ea"/>
          <a:cs typeface="+mn-cs"/>
        </a:defRPr>
      </a:lvl2pPr>
      <a:lvl3pPr marL="3209320" algn="l" defTabSz="3209320" rtl="0" eaLnBrk="1" latinLnBrk="0" hangingPunct="1">
        <a:defRPr sz="6317" kern="1200">
          <a:solidFill>
            <a:schemeClr val="tx1"/>
          </a:solidFill>
          <a:latin typeface="+mn-lt"/>
          <a:ea typeface="+mn-ea"/>
          <a:cs typeface="+mn-cs"/>
        </a:defRPr>
      </a:lvl3pPr>
      <a:lvl4pPr marL="4813981" algn="l" defTabSz="3209320" rtl="0" eaLnBrk="1" latinLnBrk="0" hangingPunct="1">
        <a:defRPr sz="6317" kern="1200">
          <a:solidFill>
            <a:schemeClr val="tx1"/>
          </a:solidFill>
          <a:latin typeface="+mn-lt"/>
          <a:ea typeface="+mn-ea"/>
          <a:cs typeface="+mn-cs"/>
        </a:defRPr>
      </a:lvl4pPr>
      <a:lvl5pPr marL="6418641" algn="l" defTabSz="3209320" rtl="0" eaLnBrk="1" latinLnBrk="0" hangingPunct="1">
        <a:defRPr sz="6317" kern="1200">
          <a:solidFill>
            <a:schemeClr val="tx1"/>
          </a:solidFill>
          <a:latin typeface="+mn-lt"/>
          <a:ea typeface="+mn-ea"/>
          <a:cs typeface="+mn-cs"/>
        </a:defRPr>
      </a:lvl5pPr>
      <a:lvl6pPr marL="8023302" algn="l" defTabSz="3209320" rtl="0" eaLnBrk="1" latinLnBrk="0" hangingPunct="1">
        <a:defRPr sz="6317" kern="1200">
          <a:solidFill>
            <a:schemeClr val="tx1"/>
          </a:solidFill>
          <a:latin typeface="+mn-lt"/>
          <a:ea typeface="+mn-ea"/>
          <a:cs typeface="+mn-cs"/>
        </a:defRPr>
      </a:lvl6pPr>
      <a:lvl7pPr marL="9627962" algn="l" defTabSz="3209320" rtl="0" eaLnBrk="1" latinLnBrk="0" hangingPunct="1">
        <a:defRPr sz="6317" kern="1200">
          <a:solidFill>
            <a:schemeClr val="tx1"/>
          </a:solidFill>
          <a:latin typeface="+mn-lt"/>
          <a:ea typeface="+mn-ea"/>
          <a:cs typeface="+mn-cs"/>
        </a:defRPr>
      </a:lvl7pPr>
      <a:lvl8pPr marL="11232622" algn="l" defTabSz="3209320" rtl="0" eaLnBrk="1" latinLnBrk="0" hangingPunct="1">
        <a:defRPr sz="6317" kern="1200">
          <a:solidFill>
            <a:schemeClr val="tx1"/>
          </a:solidFill>
          <a:latin typeface="+mn-lt"/>
          <a:ea typeface="+mn-ea"/>
          <a:cs typeface="+mn-cs"/>
        </a:defRPr>
      </a:lvl8pPr>
      <a:lvl9pPr marL="12837282" algn="l" defTabSz="3209320" rtl="0" eaLnBrk="1" latinLnBrk="0" hangingPunct="1">
        <a:defRPr sz="6317" kern="1200">
          <a:solidFill>
            <a:schemeClr val="tx1"/>
          </a:solidFill>
          <a:latin typeface="+mn-lt"/>
          <a:ea typeface="+mn-ea"/>
          <a:cs typeface="+mn-cs"/>
        </a:defRPr>
      </a:lvl9pPr>
    </p:otherStyle>
  </p:txStyles>
  <p:extLst>
    <p:ext uri="{27BBF7A9-308A-43DC-89C8-2F10F3537804}">
      <p15:sldGuideLst xmlns:p15="http://schemas.microsoft.com/office/powerpoint/2012/main">
        <p15:guide id="56" pos="644">
          <p15:clr>
            <a:srgbClr val="F26B43"/>
          </p15:clr>
        </p15:guide>
        <p15:guide id="66" pos="26317">
          <p15:clr>
            <a:srgbClr val="F26B43"/>
          </p15:clr>
        </p15:guide>
        <p15:guide id="67" orient="horz" pos="3684">
          <p15:clr>
            <a:srgbClr val="F26B43"/>
          </p15:clr>
        </p15:guide>
        <p15:guide id="82" orient="horz" pos="173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descr="Poster title"/>
          <p:cNvSpPr>
            <a:spLocks noGrp="1"/>
          </p:cNvSpPr>
          <p:nvPr>
            <p:ph type="title"/>
          </p:nvPr>
        </p:nvSpPr>
        <p:spPr/>
        <p:txBody>
          <a:bodyPr/>
          <a:lstStyle/>
          <a:p>
            <a:endParaRPr lang="en-GB"/>
          </a:p>
        </p:txBody>
      </p:sp>
      <p:sp>
        <p:nvSpPr>
          <p:cNvPr id="30" name="Text Placeholder 29" descr="Authors"/>
          <p:cNvSpPr>
            <a:spLocks noGrp="1"/>
          </p:cNvSpPr>
          <p:nvPr>
            <p:ph type="body" sz="quarter" idx="10"/>
          </p:nvPr>
        </p:nvSpPr>
        <p:spPr/>
        <p:txBody>
          <a:bodyPr/>
          <a:lstStyle/>
          <a:p>
            <a:endParaRPr lang="en-GB" dirty="0"/>
          </a:p>
        </p:txBody>
      </p:sp>
      <p:sp>
        <p:nvSpPr>
          <p:cNvPr id="31" name="Text Placeholder 30" descr="Department or institution"/>
          <p:cNvSpPr>
            <a:spLocks noGrp="1"/>
          </p:cNvSpPr>
          <p:nvPr>
            <p:ph type="body" sz="quarter" idx="11"/>
          </p:nvPr>
        </p:nvSpPr>
        <p:spPr/>
        <p:txBody>
          <a:bodyPr/>
          <a:lstStyle/>
          <a:p>
            <a:endParaRPr lang="en-GB" dirty="0"/>
          </a:p>
        </p:txBody>
      </p:sp>
      <p:sp>
        <p:nvSpPr>
          <p:cNvPr id="34" name="Text Placeholder 33" descr="Exclusion area"/>
          <p:cNvSpPr>
            <a:spLocks noGrp="1"/>
          </p:cNvSpPr>
          <p:nvPr>
            <p:ph type="body" sz="quarter" idx="14"/>
          </p:nvPr>
        </p:nvSpPr>
        <p:spPr/>
        <p:txBody>
          <a:bodyPr/>
          <a:lstStyle/>
          <a:p>
            <a:endParaRPr lang="en-GB" dirty="0"/>
          </a:p>
        </p:txBody>
      </p:sp>
      <p:sp>
        <p:nvSpPr>
          <p:cNvPr id="36" name="Content Placeholder 35" descr="Column 1, box 1"/>
          <p:cNvSpPr>
            <a:spLocks noGrp="1"/>
          </p:cNvSpPr>
          <p:nvPr>
            <p:ph sz="quarter" idx="18"/>
          </p:nvPr>
        </p:nvSpPr>
        <p:spPr/>
        <p:txBody>
          <a:bodyPr/>
          <a:lstStyle/>
          <a:p>
            <a:r>
              <a:rPr lang="en-GB" dirty="0"/>
              <a:t>Original Paper</a:t>
            </a:r>
          </a:p>
        </p:txBody>
      </p:sp>
      <p:sp>
        <p:nvSpPr>
          <p:cNvPr id="40" name="Content Placeholder 39" descr="Column 1, box 2"/>
          <p:cNvSpPr>
            <a:spLocks noGrp="1"/>
          </p:cNvSpPr>
          <p:nvPr>
            <p:ph sz="quarter" idx="22"/>
          </p:nvPr>
        </p:nvSpPr>
        <p:spPr/>
        <p:txBody>
          <a:bodyPr/>
          <a:lstStyle/>
          <a:p>
            <a:r>
              <a:rPr lang="en-GB" dirty="0"/>
              <a:t>New Context</a:t>
            </a:r>
          </a:p>
        </p:txBody>
      </p:sp>
      <p:sp>
        <p:nvSpPr>
          <p:cNvPr id="2" name="Content Placeholder 1" descr="Column 2, box 1"/>
          <p:cNvSpPr>
            <a:spLocks noGrp="1"/>
          </p:cNvSpPr>
          <p:nvPr>
            <p:ph sz="quarter" idx="16"/>
          </p:nvPr>
        </p:nvSpPr>
        <p:spPr/>
        <p:txBody>
          <a:bodyPr/>
          <a:lstStyle/>
          <a:p>
            <a:r>
              <a:rPr lang="en-GB" dirty="0"/>
              <a:t>Adaptation of the Model Architecture</a:t>
            </a:r>
          </a:p>
        </p:txBody>
      </p:sp>
      <p:sp>
        <p:nvSpPr>
          <p:cNvPr id="38" name="Content Placeholder 37" descr="Column 2, box 2"/>
          <p:cNvSpPr>
            <a:spLocks noGrp="1"/>
          </p:cNvSpPr>
          <p:nvPr>
            <p:ph sz="quarter" idx="20"/>
          </p:nvPr>
        </p:nvSpPr>
        <p:spPr/>
        <p:txBody>
          <a:bodyPr/>
          <a:lstStyle/>
          <a:p>
            <a:r>
              <a:rPr lang="en-GB" dirty="0"/>
              <a:t>Datasets</a:t>
            </a:r>
          </a:p>
        </p:txBody>
      </p:sp>
      <p:sp>
        <p:nvSpPr>
          <p:cNvPr id="35" name="Content Placeholder 34" descr="Column 3, box 1"/>
          <p:cNvSpPr>
            <a:spLocks noGrp="1"/>
          </p:cNvSpPr>
          <p:nvPr>
            <p:ph sz="quarter" idx="17"/>
          </p:nvPr>
        </p:nvSpPr>
        <p:spPr/>
        <p:txBody>
          <a:bodyPr/>
          <a:lstStyle/>
          <a:p>
            <a:r>
              <a:rPr lang="en-GB" dirty="0"/>
              <a:t>Model Performance</a:t>
            </a:r>
          </a:p>
        </p:txBody>
      </p:sp>
      <p:sp>
        <p:nvSpPr>
          <p:cNvPr id="37" name="Content Placeholder 36" descr="Column 3, box 2"/>
          <p:cNvSpPr>
            <a:spLocks noGrp="1"/>
          </p:cNvSpPr>
          <p:nvPr>
            <p:ph sz="quarter" idx="19"/>
          </p:nvPr>
        </p:nvSpPr>
        <p:spPr/>
        <p:txBody>
          <a:bodyPr/>
          <a:lstStyle/>
          <a:p>
            <a:r>
              <a:rPr lang="en-GB" dirty="0"/>
              <a:t>Evaluation of the </a:t>
            </a:r>
            <a:r>
              <a:rPr lang="en-GB" dirty="0" err="1"/>
              <a:t>Perfromance</a:t>
            </a:r>
            <a:endParaRPr lang="en-GB" dirty="0"/>
          </a:p>
        </p:txBody>
      </p:sp>
      <p:sp>
        <p:nvSpPr>
          <p:cNvPr id="39" name="Content Placeholder 38" descr="Column 3, box 3"/>
          <p:cNvSpPr>
            <a:spLocks noGrp="1"/>
          </p:cNvSpPr>
          <p:nvPr>
            <p:ph sz="quarter" idx="21"/>
          </p:nvPr>
        </p:nvSpPr>
        <p:spPr/>
        <p:txBody>
          <a:bodyPr/>
          <a:lstStyle/>
          <a:p>
            <a:r>
              <a:rPr lang="en-GB" dirty="0"/>
              <a:t>Discussion and Critical Reflections on SDGs</a:t>
            </a:r>
          </a:p>
        </p:txBody>
      </p:sp>
      <p:sp>
        <p:nvSpPr>
          <p:cNvPr id="33" name="Text Placeholder 32" descr="Contact details"/>
          <p:cNvSpPr>
            <a:spLocks noGrp="1"/>
          </p:cNvSpPr>
          <p:nvPr>
            <p:ph type="body" sz="quarter" idx="13"/>
          </p:nvPr>
        </p:nvSpPr>
        <p:spPr/>
        <p:txBody>
          <a:bodyPr/>
          <a:lstStyle/>
          <a:p>
            <a:endParaRPr lang="en-GB"/>
          </a:p>
        </p:txBody>
      </p:sp>
      <p:sp>
        <p:nvSpPr>
          <p:cNvPr id="32" name="Text Placeholder 31" descr="Collaborator logos"/>
          <p:cNvSpPr>
            <a:spLocks noGrp="1"/>
          </p:cNvSpPr>
          <p:nvPr>
            <p:ph type="body" sz="quarter" idx="12"/>
          </p:nvPr>
        </p:nvSpPr>
        <p:spPr/>
        <p:txBody>
          <a:bodyPr/>
          <a:lstStyle/>
          <a:p>
            <a:endParaRPr lang="en-GB" dirty="0"/>
          </a:p>
        </p:txBody>
      </p:sp>
    </p:spTree>
    <p:extLst>
      <p:ext uri="{BB962C8B-B14F-4D97-AF65-F5344CB8AC3E}">
        <p14:creationId xmlns:p14="http://schemas.microsoft.com/office/powerpoint/2010/main" val="3552670003"/>
      </p:ext>
    </p:extLst>
  </p:cSld>
  <p:clrMapOvr>
    <a:masterClrMapping/>
  </p:clrMapOvr>
</p:sld>
</file>

<file path=ppt/theme/theme1.xml><?xml version="1.0" encoding="utf-8"?>
<a:theme xmlns:a="http://schemas.openxmlformats.org/drawingml/2006/main" name="UCL_Black_A0_Landscape_Poster_Theme">
  <a:themeElements>
    <a:clrScheme name="UCL Black Theme">
      <a:dk1>
        <a:sysClr val="windowText" lastClr="000000"/>
      </a:dk1>
      <a:lt1>
        <a:srgbClr val="FFFFFF"/>
      </a:lt1>
      <a:dk2>
        <a:srgbClr val="000000"/>
      </a:dk2>
      <a:lt2>
        <a:srgbClr val="E6E6E6"/>
      </a:lt2>
      <a:accent1>
        <a:srgbClr val="F6BE00"/>
      </a:accent1>
      <a:accent2>
        <a:srgbClr val="B5BD00"/>
      </a:accent2>
      <a:accent3>
        <a:srgbClr val="A4DBE8"/>
      </a:accent3>
      <a:accent4>
        <a:srgbClr val="8C8279"/>
      </a:accent4>
      <a:accent5>
        <a:srgbClr val="EA7600"/>
      </a:accent5>
      <a:accent6>
        <a:srgbClr val="E03C31"/>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_A0_Landscape_Poster_Master.potx" id="{E6ADF204-7703-4FAF-A4DB-2F2B8C53F31A}" vid="{08D27FD6-0F78-412E-B5C8-B2578D9762C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4ADD47B68F244089BBDDC01A883908" ma:contentTypeVersion="13" ma:contentTypeDescription="Create a new document." ma:contentTypeScope="" ma:versionID="1a95ec089373963790b30efd154ab720">
  <xsd:schema xmlns:xsd="http://www.w3.org/2001/XMLSchema" xmlns:xs="http://www.w3.org/2001/XMLSchema" xmlns:p="http://schemas.microsoft.com/office/2006/metadata/properties" xmlns:ns3="d5fb6ed1-db9c-48a3-a5c6-9c2d850d1a1b" xmlns:ns4="31319a9f-c50a-4d3b-8fa9-492cace4e4c3" targetNamespace="http://schemas.microsoft.com/office/2006/metadata/properties" ma:root="true" ma:fieldsID="638ba751aff1c145b5af88aaaab0b652" ns3:_="" ns4:_="">
    <xsd:import namespace="d5fb6ed1-db9c-48a3-a5c6-9c2d850d1a1b"/>
    <xsd:import namespace="31319a9f-c50a-4d3b-8fa9-492cace4e4c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fb6ed1-db9c-48a3-a5c6-9c2d850d1a1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319a9f-c50a-4d3b-8fa9-492cace4e4c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93D280-CC88-44B2-A27A-0AE5D325F8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fb6ed1-db9c-48a3-a5c6-9c2d850d1a1b"/>
    <ds:schemaRef ds:uri="31319a9f-c50a-4d3b-8fa9-492cace4e4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4005A4-B56F-4752-B379-808441D9ECD6}">
  <ds:schemaRefs>
    <ds:schemaRef ds:uri="http://schemas.microsoft.com/sharepoint/v3/contenttype/forms"/>
  </ds:schemaRefs>
</ds:datastoreItem>
</file>

<file path=customXml/itemProps3.xml><?xml version="1.0" encoding="utf-8"?>
<ds:datastoreItem xmlns:ds="http://schemas.openxmlformats.org/officeDocument/2006/customXml" ds:itemID="{CE35FEB0-B839-4E5E-AADA-024AA63178E7}">
  <ds:schemaRefs>
    <ds:schemaRef ds:uri="http://www.w3.org/XML/1998/namespace"/>
    <ds:schemaRef ds:uri="31319a9f-c50a-4d3b-8fa9-492cace4e4c3"/>
    <ds:schemaRef ds:uri="http://schemas.microsoft.com/office/2006/documentManagement/types"/>
    <ds:schemaRef ds:uri="http://purl.org/dc/terms/"/>
    <ds:schemaRef ds:uri="http://purl.org/dc/elements/1.1/"/>
    <ds:schemaRef ds:uri="http://schemas.microsoft.com/office/infopath/2007/PartnerControls"/>
    <ds:schemaRef ds:uri="d5fb6ed1-db9c-48a3-a5c6-9c2d850d1a1b"/>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UCL_A0_Landscape_Poster_Master</Template>
  <TotalTime>147</TotalTime>
  <Words>22</Words>
  <Application>Microsoft Macintosh PowerPoint</Application>
  <PresentationFormat>Custom</PresentationFormat>
  <Paragraphs>7</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UCL_Black_A0_Landscape_Poster_Theme</vt:lpstr>
      <vt:lpstr>PowerPoint Presentation</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A0 Landscape Poster Template</dc:subject>
  <dc:creator>Petterson, Helen</dc:creator>
  <cp:keywords>A0 Landscape Poster</cp:keywords>
  <cp:lastModifiedBy>Bhatnagar, Tigmanshu</cp:lastModifiedBy>
  <cp:revision>8</cp:revision>
  <dcterms:created xsi:type="dcterms:W3CDTF">2020-10-12T16:47:39Z</dcterms:created>
  <dcterms:modified xsi:type="dcterms:W3CDTF">2025-11-20T06:34:56Z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0x010100994ADD47B68F244089BBDDC01A883908</vt:lpwstr>
  </property>
</Properties>
</file>